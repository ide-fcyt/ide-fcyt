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000" cx="28800000"/>
  <p:notesSz cx="6858000" cy="9144000"/>
  <p:embeddedFontLst>
    <p:embeddedFont>
      <p:font typeface="Montserrat Black"/>
      <p:bold r:id="rId7"/>
      <p:boldItalic r:id="rId8"/>
    </p:embeddedFont>
    <p:embeddedFont>
      <p:font typeface="Lato"/>
      <p:regular r:id="rId9"/>
      <p:bold r:id="rId10"/>
      <p:italic r:id="rId11"/>
      <p:boldItalic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74">
          <p15:clr>
            <a:srgbClr val="A4A3A4"/>
          </p15:clr>
        </p15:guide>
        <p15:guide id="2" pos="7757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UivUbVN4NqbNGExL0SOK8WjtV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74" orient="horz"/>
        <p:guide pos="77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OpenSans-regular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7" Type="http://customschemas.google.com/relationships/presentationmetadata" Target="meta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Black-bold.fntdata"/><Relationship Id="rId8" Type="http://schemas.openxmlformats.org/officeDocument/2006/relationships/font" Target="fonts/Montserrat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75360" y="685800"/>
            <a:ext cx="430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275360" y="685800"/>
            <a:ext cx="430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847031" y="6089748"/>
            <a:ext cx="20933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694062" y="11108571"/>
            <a:ext cx="17238900" cy="5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lvl="0" algn="ctr">
              <a:spcBef>
                <a:spcPts val="1759"/>
              </a:spcBef>
              <a:spcAft>
                <a:spcPts val="0"/>
              </a:spcAft>
              <a:buClr>
                <a:srgbClr val="888888"/>
              </a:buClr>
              <a:buSzPts val="8795"/>
              <a:buNone/>
              <a:defRPr sz="8795">
                <a:solidFill>
                  <a:srgbClr val="888888"/>
                </a:solidFill>
              </a:defRPr>
            </a:lvl1pPr>
            <a:lvl2pPr lvl="1" algn="ctr">
              <a:spcBef>
                <a:spcPts val="1539"/>
              </a:spcBef>
              <a:spcAft>
                <a:spcPts val="0"/>
              </a:spcAft>
              <a:buClr>
                <a:srgbClr val="888888"/>
              </a:buClr>
              <a:buSzPts val="7695"/>
              <a:buNone/>
              <a:defRPr sz="7695">
                <a:solidFill>
                  <a:srgbClr val="888888"/>
                </a:solidFill>
              </a:defRPr>
            </a:lvl2pPr>
            <a:lvl3pPr lvl="2" algn="ctr">
              <a:spcBef>
                <a:spcPts val="1319"/>
              </a:spcBef>
              <a:spcAft>
                <a:spcPts val="0"/>
              </a:spcAft>
              <a:buClr>
                <a:srgbClr val="888888"/>
              </a:buClr>
              <a:buSzPts val="6596"/>
              <a:buNone/>
              <a:defRPr sz="6596">
                <a:solidFill>
                  <a:srgbClr val="888888"/>
                </a:solidFill>
              </a:defRPr>
            </a:lvl3pPr>
            <a:lvl4pPr lvl="3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4pPr>
            <a:lvl5pPr lvl="4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5pPr>
            <a:lvl6pPr lvl="5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6pPr>
            <a:lvl7pPr lvl="6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7pPr>
            <a:lvl8pPr lvl="7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8pPr>
            <a:lvl9pPr lvl="8" algn="ctr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231354" y="4574118"/>
            <a:ext cx="22164300" cy="12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542733" lvl="0" marL="457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8795"/>
            </a:lvl1pPr>
            <a:lvl2pPr indent="-542733" lvl="1" marL="914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7695"/>
            </a:lvl2pPr>
            <a:lvl3pPr indent="-542733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6596"/>
            </a:lvl3pPr>
            <a:lvl4pPr indent="-542733" lvl="3" marL="1828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5497"/>
            </a:lvl4pPr>
            <a:lvl5pPr indent="-542733" lvl="4" marL="22860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»"/>
              <a:defRPr sz="5497"/>
            </a:lvl5pPr>
            <a:lvl6pPr indent="-542733" lvl="5" marL="2743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6pPr>
            <a:lvl7pPr indent="-542733" lvl="6" marL="3200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7pPr>
            <a:lvl8pPr indent="-542733" lvl="7" marL="3657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8pPr>
            <a:lvl9pPr indent="-542733" lvl="8" marL="4114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945370" y="12596975"/>
            <a:ext cx="20933100" cy="3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93"/>
              <a:buFont typeface="Calibri"/>
              <a:buNone/>
              <a:defRPr b="1" sz="10993" cap="none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945370" y="8308741"/>
            <a:ext cx="20933100" cy="42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5600" lIns="251275" spcFirstLastPara="1" rIns="251275" wrap="square" tIns="125600">
            <a:normAutofit/>
          </a:bodyPr>
          <a:lstStyle>
            <a:lvl1pPr indent="-228600" lvl="0" marL="457200" algn="l">
              <a:spcBef>
                <a:spcPts val="1099"/>
              </a:spcBef>
              <a:spcAft>
                <a:spcPts val="0"/>
              </a:spcAft>
              <a:buClr>
                <a:srgbClr val="888888"/>
              </a:buClr>
              <a:buSzPts val="5497"/>
              <a:buNone/>
              <a:defRPr sz="549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989"/>
              </a:spcBef>
              <a:spcAft>
                <a:spcPts val="0"/>
              </a:spcAft>
              <a:buClr>
                <a:srgbClr val="888888"/>
              </a:buClr>
              <a:buSzPts val="4947"/>
              <a:buNone/>
              <a:defRPr sz="4947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79"/>
              </a:spcBef>
              <a:spcAft>
                <a:spcPts val="0"/>
              </a:spcAft>
              <a:buClr>
                <a:srgbClr val="888888"/>
              </a:buClr>
              <a:buSzPts val="4397"/>
              <a:buNone/>
              <a:defRPr sz="4397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770"/>
              </a:spcBef>
              <a:spcAft>
                <a:spcPts val="0"/>
              </a:spcAft>
              <a:buClr>
                <a:srgbClr val="888888"/>
              </a:buClr>
              <a:buSzPts val="3848"/>
              <a:buNone/>
              <a:defRPr sz="384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231354" y="4574118"/>
            <a:ext cx="10877100" cy="12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717252" lvl="0" marL="457200" algn="l">
              <a:spcBef>
                <a:spcPts val="1539"/>
              </a:spcBef>
              <a:spcAft>
                <a:spcPts val="0"/>
              </a:spcAft>
              <a:buClr>
                <a:schemeClr val="dk1"/>
              </a:buClr>
              <a:buSzPts val="7695"/>
              <a:buChar char="•"/>
              <a:defRPr sz="7695"/>
            </a:lvl1pPr>
            <a:lvl2pPr indent="-647444" lvl="1" marL="9144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Char char="–"/>
              <a:defRPr sz="6596"/>
            </a:lvl2pPr>
            <a:lvl3pPr indent="-577637" lvl="2" marL="13716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3pPr>
            <a:lvl4pPr indent="-542733" lvl="3" marL="1828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4947"/>
            </a:lvl4pPr>
            <a:lvl5pPr indent="-542733" lvl="4" marL="22860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»"/>
              <a:defRPr sz="4947"/>
            </a:lvl5pPr>
            <a:lvl6pPr indent="-542733" lvl="5" marL="2743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6pPr>
            <a:lvl7pPr indent="-542733" lvl="6" marL="3200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7pPr>
            <a:lvl8pPr indent="-542733" lvl="7" marL="3657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8pPr>
            <a:lvl9pPr indent="-542733" lvl="8" marL="4114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12518765" y="4574118"/>
            <a:ext cx="10877100" cy="12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717252" lvl="0" marL="457200" algn="l">
              <a:spcBef>
                <a:spcPts val="1539"/>
              </a:spcBef>
              <a:spcAft>
                <a:spcPts val="0"/>
              </a:spcAft>
              <a:buClr>
                <a:schemeClr val="dk1"/>
              </a:buClr>
              <a:buSzPts val="7695"/>
              <a:buChar char="•"/>
              <a:defRPr sz="7695"/>
            </a:lvl1pPr>
            <a:lvl2pPr indent="-647444" lvl="1" marL="9144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Char char="–"/>
              <a:defRPr sz="6596"/>
            </a:lvl2pPr>
            <a:lvl3pPr indent="-577637" lvl="2" marL="13716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3pPr>
            <a:lvl4pPr indent="-542733" lvl="3" marL="1828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4947"/>
            </a:lvl4pPr>
            <a:lvl5pPr indent="-542733" lvl="4" marL="22860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»"/>
              <a:defRPr sz="4947"/>
            </a:lvl5pPr>
            <a:lvl6pPr indent="-542733" lvl="5" marL="2743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6pPr>
            <a:lvl7pPr indent="-542733" lvl="6" marL="3200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7pPr>
            <a:lvl8pPr indent="-542733" lvl="7" marL="3657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8pPr>
            <a:lvl9pPr indent="-542733" lvl="8" marL="4114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93"/>
              <a:buFont typeface="Calibri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1231354" y="4388069"/>
            <a:ext cx="10881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5600" lIns="251275" spcFirstLastPara="1" rIns="251275" wrap="square" tIns="125600">
            <a:normAutofit/>
          </a:bodyPr>
          <a:lstStyle>
            <a:lvl1pPr indent="-228600" lvl="0" marL="4572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None/>
              <a:defRPr b="1" sz="6596"/>
            </a:lvl1pPr>
            <a:lvl2pPr indent="-228600" lvl="1" marL="9144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None/>
              <a:defRPr b="1" sz="5497"/>
            </a:lvl2pPr>
            <a:lvl3pPr indent="-228600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b="1" sz="4947"/>
            </a:lvl3pPr>
            <a:lvl4pPr indent="-228600" lvl="3" marL="1828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4pPr>
            <a:lvl5pPr indent="-228600" lvl="4" marL="22860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5pPr>
            <a:lvl6pPr indent="-228600" lvl="5" marL="27432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6pPr>
            <a:lvl7pPr indent="-228600" lvl="6" marL="32004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7pPr>
            <a:lvl8pPr indent="-228600" lvl="7" marL="36576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8pPr>
            <a:lvl9pPr indent="-228600" lvl="8" marL="4114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1231354" y="6216807"/>
            <a:ext cx="10881300" cy="11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647444" lvl="0" marL="4572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Char char="•"/>
              <a:defRPr sz="6596"/>
            </a:lvl1pPr>
            <a:lvl2pPr indent="-577637" lvl="1" marL="9144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–"/>
              <a:defRPr sz="5497"/>
            </a:lvl2pPr>
            <a:lvl3pPr indent="-542733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3pPr>
            <a:lvl4pPr indent="-507830" lvl="3" marL="1828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–"/>
              <a:defRPr sz="4397"/>
            </a:lvl4pPr>
            <a:lvl5pPr indent="-507830" lvl="4" marL="22860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»"/>
              <a:defRPr sz="4397"/>
            </a:lvl5pPr>
            <a:lvl6pPr indent="-507830" lvl="5" marL="27432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6pPr>
            <a:lvl7pPr indent="-507830" lvl="6" marL="32004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7pPr>
            <a:lvl8pPr indent="-507830" lvl="7" marL="36576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8pPr>
            <a:lvl9pPr indent="-507830" lvl="8" marL="4114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12510214" y="4388069"/>
            <a:ext cx="10885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5600" lIns="251275" spcFirstLastPara="1" rIns="251275" wrap="square" tIns="125600">
            <a:normAutofit/>
          </a:bodyPr>
          <a:lstStyle>
            <a:lvl1pPr indent="-228600" lvl="0" marL="4572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None/>
              <a:defRPr b="1" sz="6596"/>
            </a:lvl1pPr>
            <a:lvl2pPr indent="-228600" lvl="1" marL="9144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None/>
              <a:defRPr b="1" sz="5497"/>
            </a:lvl2pPr>
            <a:lvl3pPr indent="-228600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b="1" sz="4947"/>
            </a:lvl3pPr>
            <a:lvl4pPr indent="-228600" lvl="3" marL="1828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4pPr>
            <a:lvl5pPr indent="-228600" lvl="4" marL="22860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5pPr>
            <a:lvl6pPr indent="-228600" lvl="5" marL="27432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6pPr>
            <a:lvl7pPr indent="-228600" lvl="6" marL="32004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7pPr>
            <a:lvl8pPr indent="-228600" lvl="7" marL="36576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8pPr>
            <a:lvl9pPr indent="-228600" lvl="8" marL="4114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None/>
              <a:defRPr b="1" sz="4397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12510214" y="6216807"/>
            <a:ext cx="10885500" cy="11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647444" lvl="0" marL="4572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Char char="•"/>
              <a:defRPr sz="6596"/>
            </a:lvl1pPr>
            <a:lvl2pPr indent="-577637" lvl="1" marL="9144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–"/>
              <a:defRPr sz="5497"/>
            </a:lvl2pPr>
            <a:lvl3pPr indent="-542733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4947"/>
            </a:lvl3pPr>
            <a:lvl4pPr indent="-507830" lvl="3" marL="1828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–"/>
              <a:defRPr sz="4397"/>
            </a:lvl4pPr>
            <a:lvl5pPr indent="-507830" lvl="4" marL="22860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»"/>
              <a:defRPr sz="4397"/>
            </a:lvl5pPr>
            <a:lvl6pPr indent="-507830" lvl="5" marL="27432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6pPr>
            <a:lvl7pPr indent="-507830" lvl="6" marL="32004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7pPr>
            <a:lvl8pPr indent="-507830" lvl="7" marL="36576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8pPr>
            <a:lvl9pPr indent="-507830" lvl="8" marL="4114800" algn="l">
              <a:spcBef>
                <a:spcPts val="879"/>
              </a:spcBef>
              <a:spcAft>
                <a:spcPts val="0"/>
              </a:spcAft>
              <a:buClr>
                <a:schemeClr val="dk1"/>
              </a:buClr>
              <a:buSzPts val="4397"/>
              <a:buChar char="•"/>
              <a:defRPr sz="4397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231354" y="780504"/>
            <a:ext cx="8102100" cy="33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5600" lIns="251275" spcFirstLastPara="1" rIns="251275" wrap="square" tIns="1256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97"/>
              <a:buFont typeface="Calibri"/>
              <a:buNone/>
              <a:defRPr b="1" sz="5497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9628504" y="780504"/>
            <a:ext cx="13767300" cy="16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787059" lvl="0" marL="457200" algn="l">
              <a:spcBef>
                <a:spcPts val="1759"/>
              </a:spcBef>
              <a:spcAft>
                <a:spcPts val="0"/>
              </a:spcAft>
              <a:buClr>
                <a:schemeClr val="dk1"/>
              </a:buClr>
              <a:buSzPts val="8795"/>
              <a:buChar char="•"/>
              <a:defRPr sz="8795"/>
            </a:lvl1pPr>
            <a:lvl2pPr indent="-717252" lvl="1" marL="914400" algn="l">
              <a:spcBef>
                <a:spcPts val="1539"/>
              </a:spcBef>
              <a:spcAft>
                <a:spcPts val="0"/>
              </a:spcAft>
              <a:buClr>
                <a:schemeClr val="dk1"/>
              </a:buClr>
              <a:buSzPts val="7695"/>
              <a:buChar char="–"/>
              <a:defRPr sz="7695"/>
            </a:lvl2pPr>
            <a:lvl3pPr indent="-647444" lvl="2" marL="137160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Char char="•"/>
              <a:defRPr sz="6596"/>
            </a:lvl3pPr>
            <a:lvl4pPr indent="-577637" lvl="3" marL="18288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–"/>
              <a:defRPr sz="5497"/>
            </a:lvl4pPr>
            <a:lvl5pPr indent="-577637" lvl="4" marL="22860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»"/>
              <a:defRPr sz="5497"/>
            </a:lvl5pPr>
            <a:lvl6pPr indent="-577637" lvl="5" marL="27432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6pPr>
            <a:lvl7pPr indent="-577637" lvl="6" marL="32004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7pPr>
            <a:lvl8pPr indent="-577637" lvl="7" marL="36576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8pPr>
            <a:lvl9pPr indent="-577637" lvl="8" marL="411480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Char char="•"/>
              <a:defRPr sz="5497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231354" y="4102185"/>
            <a:ext cx="8102100" cy="13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228600" lvl="0" marL="457200" algn="l"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848"/>
              <a:buNone/>
              <a:defRPr sz="3848"/>
            </a:lvl1pPr>
            <a:lvl2pPr indent="-228600" lvl="1" marL="91440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298"/>
              <a:buNone/>
              <a:defRPr sz="3298"/>
            </a:lvl2pPr>
            <a:lvl3pPr indent="-228600" lvl="2" marL="137160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748"/>
              <a:buNone/>
              <a:defRPr sz="2748"/>
            </a:lvl3pPr>
            <a:lvl4pPr indent="-228600" lvl="3" marL="18288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4pPr>
            <a:lvl5pPr indent="-228600" lvl="4" marL="22860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5pPr>
            <a:lvl6pPr indent="-228600" lvl="5" marL="27432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6pPr>
            <a:lvl7pPr indent="-228600" lvl="6" marL="32004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7pPr>
            <a:lvl8pPr indent="-228600" lvl="7" marL="36576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8pPr>
            <a:lvl9pPr indent="-228600" lvl="8" marL="41148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827080" y="13722353"/>
            <a:ext cx="14776200" cy="16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5600" lIns="251275" spcFirstLastPara="1" rIns="251275" wrap="square" tIns="1256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97"/>
              <a:buFont typeface="Calibri"/>
              <a:buNone/>
              <a:defRPr b="1" sz="5497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4827080" y="1751597"/>
            <a:ext cx="14776200" cy="11762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827080" y="15342354"/>
            <a:ext cx="14776200" cy="23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228600" lvl="0" marL="457200" algn="l"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848"/>
              <a:buNone/>
              <a:defRPr sz="3848"/>
            </a:lvl1pPr>
            <a:lvl2pPr indent="-228600" lvl="1" marL="91440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298"/>
              <a:buNone/>
              <a:defRPr sz="3298"/>
            </a:lvl2pPr>
            <a:lvl3pPr indent="-228600" lvl="2" marL="1371600" algn="l"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2748"/>
              <a:buNone/>
              <a:defRPr sz="2748"/>
            </a:lvl3pPr>
            <a:lvl4pPr indent="-228600" lvl="3" marL="18288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4pPr>
            <a:lvl5pPr indent="-228600" lvl="4" marL="22860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5pPr>
            <a:lvl6pPr indent="-228600" lvl="5" marL="27432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6pPr>
            <a:lvl7pPr indent="-228600" lvl="6" marL="32004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7pPr>
            <a:lvl8pPr indent="-228600" lvl="7" marL="36576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8pPr>
            <a:lvl9pPr indent="-228600" lvl="8" marL="4114800" algn="l"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2473"/>
              <a:buNone/>
              <a:defRPr sz="2473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5844974" y="-39432"/>
            <a:ext cx="12937200" cy="22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542733" lvl="0" marL="457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8795"/>
            </a:lvl1pPr>
            <a:lvl2pPr indent="-542733" lvl="1" marL="914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7695"/>
            </a:lvl2pPr>
            <a:lvl3pPr indent="-542733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6596"/>
            </a:lvl3pPr>
            <a:lvl4pPr indent="-542733" lvl="3" marL="1828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5497"/>
            </a:lvl4pPr>
            <a:lvl5pPr indent="-542733" lvl="4" marL="22860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»"/>
              <a:defRPr sz="5497"/>
            </a:lvl5pPr>
            <a:lvl6pPr indent="-542733" lvl="5" marL="2743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6pPr>
            <a:lvl7pPr indent="-542733" lvl="6" marL="3200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7pPr>
            <a:lvl8pPr indent="-542733" lvl="7" marL="3657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8pPr>
            <a:lvl9pPr indent="-542733" lvl="8" marL="4114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2261974" y="6377793"/>
            <a:ext cx="16726500" cy="55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47"/>
              <a:buNone/>
              <a:defRPr sz="12093"/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974481" y="1041843"/>
            <a:ext cx="16726500" cy="16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542733" lvl="0" marL="457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8795"/>
            </a:lvl1pPr>
            <a:lvl2pPr indent="-542733" lvl="1" marL="914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7695"/>
            </a:lvl2pPr>
            <a:lvl3pPr indent="-542733" lvl="2" marL="1371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6596"/>
            </a:lvl3pPr>
            <a:lvl4pPr indent="-542733" lvl="3" marL="1828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–"/>
              <a:defRPr sz="5497"/>
            </a:lvl4pPr>
            <a:lvl5pPr indent="-542733" lvl="4" marL="22860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»"/>
              <a:defRPr sz="5497"/>
            </a:lvl5pPr>
            <a:lvl6pPr indent="-542733" lvl="5" marL="27432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6pPr>
            <a:lvl7pPr indent="-542733" lvl="6" marL="32004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7pPr>
            <a:lvl8pPr indent="-542733" lvl="7" marL="36576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8pPr>
            <a:lvl9pPr indent="-542733" lvl="8" marL="4114800" algn="l">
              <a:spcBef>
                <a:spcPts val="989"/>
              </a:spcBef>
              <a:spcAft>
                <a:spcPts val="0"/>
              </a:spcAft>
              <a:buClr>
                <a:schemeClr val="dk1"/>
              </a:buClr>
              <a:buSzPts val="4947"/>
              <a:buChar char="•"/>
              <a:defRPr sz="5497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sz="3298"/>
            </a:lvl1pPr>
            <a:lvl2pPr lvl="1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 algn="l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algn="r">
              <a:spcBef>
                <a:spcPts val="0"/>
              </a:spcBef>
              <a:buNone/>
              <a:defRPr sz="3298"/>
            </a:lvl1pPr>
            <a:lvl2pPr indent="0" lvl="1" marL="0" algn="r">
              <a:spcBef>
                <a:spcPts val="0"/>
              </a:spcBef>
              <a:buNone/>
              <a:defRPr sz="3298"/>
            </a:lvl2pPr>
            <a:lvl3pPr indent="0" lvl="2" marL="0" algn="r">
              <a:spcBef>
                <a:spcPts val="0"/>
              </a:spcBef>
              <a:buNone/>
              <a:defRPr sz="3298"/>
            </a:lvl3pPr>
            <a:lvl4pPr indent="0" lvl="3" marL="0" algn="r">
              <a:spcBef>
                <a:spcPts val="0"/>
              </a:spcBef>
              <a:buNone/>
              <a:defRPr sz="3298"/>
            </a:lvl4pPr>
            <a:lvl5pPr indent="0" lvl="4" marL="0" algn="r">
              <a:spcBef>
                <a:spcPts val="0"/>
              </a:spcBef>
              <a:buNone/>
              <a:defRPr sz="3298"/>
            </a:lvl5pPr>
            <a:lvl6pPr indent="0" lvl="5" marL="0" algn="r">
              <a:spcBef>
                <a:spcPts val="0"/>
              </a:spcBef>
              <a:buNone/>
              <a:defRPr sz="3298"/>
            </a:lvl6pPr>
            <a:lvl7pPr indent="0" lvl="6" marL="0" algn="r">
              <a:spcBef>
                <a:spcPts val="0"/>
              </a:spcBef>
              <a:buNone/>
              <a:defRPr sz="3298"/>
            </a:lvl7pPr>
            <a:lvl8pPr indent="0" lvl="7" marL="0" algn="r">
              <a:spcBef>
                <a:spcPts val="0"/>
              </a:spcBef>
              <a:buNone/>
              <a:defRPr sz="3298"/>
            </a:lvl8pPr>
            <a:lvl9pPr indent="0" lvl="8" marL="0" algn="r">
              <a:spcBef>
                <a:spcPts val="0"/>
              </a:spcBef>
              <a:buNone/>
              <a:defRPr sz="329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231354" y="785043"/>
            <a:ext cx="221643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93"/>
              <a:buFont typeface="Calibri"/>
              <a:buNone/>
              <a:defRPr b="0" i="0" sz="120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2pPr>
            <a:lvl3pPr lvl="2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3pPr>
            <a:lvl4pPr lvl="3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4pPr>
            <a:lvl5pPr lvl="4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5pPr>
            <a:lvl6pPr lvl="5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6pPr>
            <a:lvl7pPr lvl="6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7pPr>
            <a:lvl8pPr lvl="7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8pPr>
            <a:lvl9pPr lvl="8">
              <a:spcBef>
                <a:spcPts val="0"/>
              </a:spcBef>
              <a:spcAft>
                <a:spcPts val="0"/>
              </a:spcAft>
              <a:buSzPts val="3848"/>
              <a:buNone/>
              <a:defRPr sz="4947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231354" y="4574118"/>
            <a:ext cx="22164300" cy="12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normAutofit/>
          </a:bodyPr>
          <a:lstStyle>
            <a:lvl1pPr indent="-787059" lvl="0" marL="457200" marR="0" rtl="0" algn="l">
              <a:spcBef>
                <a:spcPts val="1759"/>
              </a:spcBef>
              <a:spcAft>
                <a:spcPts val="0"/>
              </a:spcAft>
              <a:buClr>
                <a:schemeClr val="dk1"/>
              </a:buClr>
              <a:buSzPts val="8795"/>
              <a:buFont typeface="Arial"/>
              <a:buChar char="•"/>
              <a:defRPr b="0" i="0" sz="87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17252" lvl="1" marL="914400" marR="0" rtl="0" algn="l">
              <a:spcBef>
                <a:spcPts val="1539"/>
              </a:spcBef>
              <a:spcAft>
                <a:spcPts val="0"/>
              </a:spcAft>
              <a:buClr>
                <a:schemeClr val="dk1"/>
              </a:buClr>
              <a:buSzPts val="7695"/>
              <a:buFont typeface="Arial"/>
              <a:buChar char="–"/>
              <a:defRPr b="0" i="0" sz="769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47444" lvl="2" marL="1371600" marR="0" rtl="0" algn="l">
              <a:spcBef>
                <a:spcPts val="1319"/>
              </a:spcBef>
              <a:spcAft>
                <a:spcPts val="0"/>
              </a:spcAft>
              <a:buClr>
                <a:schemeClr val="dk1"/>
              </a:buClr>
              <a:buSzPts val="6596"/>
              <a:buFont typeface="Arial"/>
              <a:buChar char="•"/>
              <a:defRPr b="0" i="0" sz="65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77637" lvl="3" marL="18288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–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77637" lvl="4" marL="22860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»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77637" lvl="5" marL="27432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•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77637" lvl="6" marL="32004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•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77637" lvl="7" marL="36576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•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77637" lvl="8" marL="4114800" marR="0" rtl="0" algn="l">
              <a:spcBef>
                <a:spcPts val="1099"/>
              </a:spcBef>
              <a:spcAft>
                <a:spcPts val="0"/>
              </a:spcAft>
              <a:buClr>
                <a:schemeClr val="dk1"/>
              </a:buClr>
              <a:buSzPts val="5497"/>
              <a:buFont typeface="Arial"/>
              <a:buChar char="•"/>
              <a:defRPr b="0" i="0" sz="549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231354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8414252" y="18169412"/>
            <a:ext cx="77985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848"/>
              <a:buNone/>
              <a:def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7649406" y="18169412"/>
            <a:ext cx="574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251275" spcFirstLastPara="1" rIns="251275" wrap="square" tIns="1256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298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4.png"/><Relationship Id="rId13" Type="http://schemas.openxmlformats.org/officeDocument/2006/relationships/image" Target="../media/image1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mailto:colladofacundo@hotmail.com" TargetMode="External"/><Relationship Id="rId9" Type="http://schemas.openxmlformats.org/officeDocument/2006/relationships/image" Target="../media/image6.png"/><Relationship Id="rId5" Type="http://schemas.openxmlformats.org/officeDocument/2006/relationships/hyperlink" Target="mailto:idefcyt@uader.edu.ar" TargetMode="External"/><Relationship Id="rId6" Type="http://schemas.openxmlformats.org/officeDocument/2006/relationships/hyperlink" Target="https://ide-fcyt.github.io/IDE-FCyT/" TargetMode="External"/><Relationship Id="rId7" Type="http://schemas.openxmlformats.org/officeDocument/2006/relationships/hyperlink" Target="https://www.hidraulica.gob.ar" TargetMode="External"/><Relationship Id="rId8" Type="http://schemas.openxmlformats.org/officeDocument/2006/relationships/hyperlink" Target="https://www.hidraulica.gob.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ABCC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22648" y="12990757"/>
            <a:ext cx="12309630" cy="6852106"/>
            <a:chOff x="0" y="-47625"/>
            <a:chExt cx="1158161" cy="91544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158161" cy="867820"/>
            </a:xfrm>
            <a:custGeom>
              <a:rect b="b" l="l" r="r" t="t"/>
              <a:pathLst>
                <a:path extrusionOk="0" h="867820" w="1158161">
                  <a:moveTo>
                    <a:pt x="0" y="0"/>
                  </a:moveTo>
                  <a:lnTo>
                    <a:pt x="1158161" y="0"/>
                  </a:lnTo>
                  <a:lnTo>
                    <a:pt x="1158161" y="867820"/>
                  </a:lnTo>
                  <a:lnTo>
                    <a:pt x="0" y="867820"/>
                  </a:lnTo>
                  <a:close/>
                </a:path>
              </a:pathLst>
            </a:custGeom>
            <a:solidFill>
              <a:srgbClr val="FFFFFF"/>
            </a:solidFill>
            <a:ln cap="sq" cmpd="sng" w="52350">
              <a:solidFill>
                <a:srgbClr val="2F606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1158161" cy="915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222669" y="12990754"/>
            <a:ext cx="12309514" cy="1471384"/>
            <a:chOff x="0" y="-47625"/>
            <a:chExt cx="1158161" cy="182926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158161" cy="135301"/>
            </a:xfrm>
            <a:custGeom>
              <a:rect b="b" l="l" r="r" t="t"/>
              <a:pathLst>
                <a:path extrusionOk="0" h="135301" w="1158161">
                  <a:moveTo>
                    <a:pt x="0" y="0"/>
                  </a:moveTo>
                  <a:lnTo>
                    <a:pt x="1158161" y="0"/>
                  </a:lnTo>
                  <a:lnTo>
                    <a:pt x="1158161" y="135301"/>
                  </a:lnTo>
                  <a:lnTo>
                    <a:pt x="0" y="135301"/>
                  </a:lnTo>
                  <a:close/>
                </a:path>
              </a:pathLst>
            </a:custGeom>
            <a:solidFill>
              <a:srgbClr val="2F606A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1158161" cy="182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2693741" y="12990757"/>
            <a:ext cx="15939753" cy="8410269"/>
            <a:chOff x="0" y="-47625"/>
            <a:chExt cx="1573706" cy="1156464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573706" cy="1108839"/>
            </a:xfrm>
            <a:custGeom>
              <a:rect b="b" l="l" r="r" t="t"/>
              <a:pathLst>
                <a:path extrusionOk="0" h="1108839" w="1573706">
                  <a:moveTo>
                    <a:pt x="0" y="0"/>
                  </a:moveTo>
                  <a:lnTo>
                    <a:pt x="1573706" y="0"/>
                  </a:lnTo>
                  <a:lnTo>
                    <a:pt x="1573706" y="1108839"/>
                  </a:lnTo>
                  <a:lnTo>
                    <a:pt x="0" y="1108839"/>
                  </a:lnTo>
                  <a:close/>
                </a:path>
              </a:pathLst>
            </a:custGeom>
            <a:solidFill>
              <a:srgbClr val="FFFFFF"/>
            </a:solidFill>
            <a:ln cap="sq" cmpd="sng" w="52350">
              <a:solidFill>
                <a:srgbClr val="2F606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1573706" cy="1156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2693768" y="12990749"/>
            <a:ext cx="15939753" cy="1471402"/>
            <a:chOff x="0" y="-47625"/>
            <a:chExt cx="1573706" cy="182926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573706" cy="135301"/>
            </a:xfrm>
            <a:custGeom>
              <a:rect b="b" l="l" r="r" t="t"/>
              <a:pathLst>
                <a:path extrusionOk="0" h="135301" w="1573706">
                  <a:moveTo>
                    <a:pt x="0" y="0"/>
                  </a:moveTo>
                  <a:lnTo>
                    <a:pt x="1573706" y="0"/>
                  </a:lnTo>
                  <a:lnTo>
                    <a:pt x="1573706" y="135301"/>
                  </a:lnTo>
                  <a:lnTo>
                    <a:pt x="0" y="135301"/>
                  </a:lnTo>
                  <a:close/>
                </a:path>
              </a:pathLst>
            </a:custGeom>
            <a:solidFill>
              <a:srgbClr val="2F606A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1573706" cy="182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24721" y="19920961"/>
            <a:ext cx="12309440" cy="13856536"/>
            <a:chOff x="0" y="-47625"/>
            <a:chExt cx="1177903" cy="1722657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177903" cy="1675032"/>
            </a:xfrm>
            <a:custGeom>
              <a:rect b="b" l="l" r="r" t="t"/>
              <a:pathLst>
                <a:path extrusionOk="0" h="1675032" w="1177903">
                  <a:moveTo>
                    <a:pt x="0" y="0"/>
                  </a:moveTo>
                  <a:lnTo>
                    <a:pt x="1177903" y="0"/>
                  </a:lnTo>
                  <a:lnTo>
                    <a:pt x="1177903" y="1675032"/>
                  </a:lnTo>
                  <a:lnTo>
                    <a:pt x="0" y="1675032"/>
                  </a:lnTo>
                  <a:close/>
                </a:path>
              </a:pathLst>
            </a:custGeom>
            <a:solidFill>
              <a:srgbClr val="FFFFFF"/>
            </a:solidFill>
            <a:ln cap="sq" cmpd="sng" w="52350">
              <a:solidFill>
                <a:srgbClr val="2F606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47625"/>
              <a:ext cx="1177903" cy="17226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220750" y="19920968"/>
            <a:ext cx="12309440" cy="1577371"/>
            <a:chOff x="0" y="-47625"/>
            <a:chExt cx="1177903" cy="182926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1177903" cy="135301"/>
            </a:xfrm>
            <a:custGeom>
              <a:rect b="b" l="l" r="r" t="t"/>
              <a:pathLst>
                <a:path extrusionOk="0" h="135301" w="1177903">
                  <a:moveTo>
                    <a:pt x="0" y="0"/>
                  </a:moveTo>
                  <a:lnTo>
                    <a:pt x="1177903" y="0"/>
                  </a:lnTo>
                  <a:lnTo>
                    <a:pt x="1177903" y="135301"/>
                  </a:lnTo>
                  <a:lnTo>
                    <a:pt x="0" y="135301"/>
                  </a:lnTo>
                  <a:close/>
                </a:path>
              </a:pathLst>
            </a:custGeom>
            <a:solidFill>
              <a:srgbClr val="2F606A"/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1177903" cy="182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9650" lIns="149650" spcFirstLastPara="1" rIns="149650" wrap="square" tIns="14965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3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697200" y="34252305"/>
            <a:ext cx="15334821" cy="2364710"/>
            <a:chOff x="0" y="-47625"/>
            <a:chExt cx="1573706" cy="940654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1573706" cy="893029"/>
            </a:xfrm>
            <a:custGeom>
              <a:rect b="b" l="l" r="r" t="t"/>
              <a:pathLst>
                <a:path extrusionOk="0" h="893029" w="1573706">
                  <a:moveTo>
                    <a:pt x="0" y="0"/>
                  </a:moveTo>
                  <a:lnTo>
                    <a:pt x="1573706" y="0"/>
                  </a:lnTo>
                  <a:lnTo>
                    <a:pt x="1573706" y="893029"/>
                  </a:lnTo>
                  <a:lnTo>
                    <a:pt x="0" y="893029"/>
                  </a:lnTo>
                  <a:close/>
                </a:path>
              </a:pathLst>
            </a:custGeom>
            <a:solidFill>
              <a:srgbClr val="FFFFFF"/>
            </a:solidFill>
            <a:ln cap="sq" cmpd="sng" w="52350">
              <a:solidFill>
                <a:srgbClr val="2F606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-47625"/>
              <a:ext cx="1573706" cy="940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678101" y="34016712"/>
            <a:ext cx="15334821" cy="1471402"/>
            <a:chOff x="0" y="-47625"/>
            <a:chExt cx="1573706" cy="182926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1573706" cy="135301"/>
            </a:xfrm>
            <a:custGeom>
              <a:rect b="b" l="l" r="r" t="t"/>
              <a:pathLst>
                <a:path extrusionOk="0" h="135301" w="1573706">
                  <a:moveTo>
                    <a:pt x="0" y="0"/>
                  </a:moveTo>
                  <a:lnTo>
                    <a:pt x="1573706" y="0"/>
                  </a:lnTo>
                  <a:lnTo>
                    <a:pt x="1573706" y="135301"/>
                  </a:lnTo>
                  <a:lnTo>
                    <a:pt x="0" y="135301"/>
                  </a:lnTo>
                  <a:close/>
                </a:path>
              </a:pathLst>
            </a:custGeom>
            <a:solidFill>
              <a:srgbClr val="2F606A"/>
            </a:solid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0" y="-47625"/>
              <a:ext cx="1573706" cy="182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>
            <a:off x="376620" y="38207298"/>
            <a:ext cx="28187630" cy="1871752"/>
            <a:chOff x="0" y="-47625"/>
            <a:chExt cx="2709333" cy="678220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2709333" cy="630595"/>
            </a:xfrm>
            <a:custGeom>
              <a:rect b="b" l="l" r="r" t="t"/>
              <a:pathLst>
                <a:path extrusionOk="0" h="630595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30595"/>
                  </a:lnTo>
                  <a:lnTo>
                    <a:pt x="0" y="630595"/>
                  </a:lnTo>
                  <a:close/>
                </a:path>
              </a:pathLst>
            </a:custGeom>
            <a:solidFill>
              <a:srgbClr val="FFFFFF"/>
            </a:solidFill>
            <a:ln cap="sq" cmpd="sng" w="52350">
              <a:solidFill>
                <a:srgbClr val="2F606A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0" name="Google Shape;110;p1"/>
            <p:cNvSpPr txBox="1"/>
            <p:nvPr/>
          </p:nvSpPr>
          <p:spPr>
            <a:xfrm>
              <a:off x="0" y="-47625"/>
              <a:ext cx="2709333" cy="678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376620" y="35133534"/>
            <a:ext cx="28225074" cy="4117972"/>
            <a:chOff x="0" y="-47625"/>
            <a:chExt cx="2712906" cy="688843"/>
          </a:xfrm>
        </p:grpSpPr>
        <p:sp>
          <p:nvSpPr>
            <p:cNvPr id="112" name="Google Shape;112;p1"/>
            <p:cNvSpPr/>
            <p:nvPr/>
          </p:nvSpPr>
          <p:spPr>
            <a:xfrm>
              <a:off x="3573" y="527730"/>
              <a:ext cx="2709333" cy="113488"/>
            </a:xfrm>
            <a:custGeom>
              <a:rect b="b" l="l" r="r" t="t"/>
              <a:pathLst>
                <a:path extrusionOk="0" h="113488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13488"/>
                  </a:lnTo>
                  <a:lnTo>
                    <a:pt x="0" y="113488"/>
                  </a:lnTo>
                  <a:close/>
                </a:path>
              </a:pathLst>
            </a:custGeom>
            <a:solidFill>
              <a:srgbClr val="2F606A"/>
            </a:solidFill>
            <a:ln>
              <a:noFill/>
            </a:ln>
          </p:spPr>
        </p:sp>
        <p:sp>
          <p:nvSpPr>
            <p:cNvPr id="113" name="Google Shape;113;p1"/>
            <p:cNvSpPr txBox="1"/>
            <p:nvPr/>
          </p:nvSpPr>
          <p:spPr>
            <a:xfrm>
              <a:off x="0" y="-47625"/>
              <a:ext cx="2709300" cy="1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625" lIns="139625" spcFirstLastPara="1" rIns="139625" wrap="square" tIns="139625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94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23180050" y="5616875"/>
            <a:ext cx="5611791" cy="1624568"/>
          </a:xfrm>
          <a:custGeom>
            <a:rect b="b" l="l" r="r" t="t"/>
            <a:pathLst>
              <a:path extrusionOk="0" h="657720" w="2258266">
                <a:moveTo>
                  <a:pt x="0" y="0"/>
                </a:moveTo>
                <a:lnTo>
                  <a:pt x="2258265" y="0"/>
                </a:lnTo>
                <a:lnTo>
                  <a:pt x="2258265" y="657720"/>
                </a:lnTo>
                <a:lnTo>
                  <a:pt x="0" y="657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"/>
          <p:cNvSpPr txBox="1"/>
          <p:nvPr/>
        </p:nvSpPr>
        <p:spPr>
          <a:xfrm>
            <a:off x="0" y="6161350"/>
            <a:ext cx="28834500" cy="28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3298"/>
              </a:spcBef>
              <a:spcAft>
                <a:spcPts val="0"/>
              </a:spcAft>
              <a:buNone/>
            </a:pPr>
            <a:r>
              <a:rPr lang="es-AR" sz="6995">
                <a:solidFill>
                  <a:srgbClr val="134F5C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</a:t>
            </a:r>
            <a:r>
              <a:rPr i="0" lang="es-AR" sz="6995" u="none" cap="none" strike="noStrike">
                <a:solidFill>
                  <a:srgbClr val="134F5C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aciendo camino al andar</a:t>
            </a:r>
            <a:endParaRPr i="0" sz="6995" u="none" cap="none" strike="noStrike">
              <a:solidFill>
                <a:srgbClr val="134F5C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ctr">
              <a:spcBef>
                <a:spcPts val="3298"/>
              </a:spcBef>
              <a:spcAft>
                <a:spcPts val="0"/>
              </a:spcAft>
              <a:buNone/>
            </a:pPr>
            <a:r>
              <a:rPr i="0" lang="es-AR" sz="4347" u="none" cap="none" strike="noStrike">
                <a:solidFill>
                  <a:srgbClr val="134F5C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Desafíos para la integración de estándares IDERA para la gestión colaborativa de datos geoespaciales</a:t>
            </a:r>
            <a:endParaRPr b="1" sz="7645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32652" y="9931308"/>
            <a:ext cx="285909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Facundo Collado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Santiago Díaz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Noelí Baeza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Fernando Tentor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Pamela Zamboni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Facundo Boladeras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Laura </a:t>
            </a:r>
            <a:r>
              <a:rPr lang="es-AR" sz="3250">
                <a:latin typeface="Open Sans"/>
                <a:ea typeface="Open Sans"/>
                <a:cs typeface="Open Sans"/>
                <a:sym typeface="Open Sans"/>
              </a:rPr>
              <a:t>Santoni</a:t>
            </a:r>
            <a:r>
              <a:rPr baseline="30000" lang="es-AR" sz="3250">
                <a:latin typeface="Open Sans"/>
                <a:ea typeface="Open Sans"/>
                <a:cs typeface="Open Sans"/>
                <a:sym typeface="Open Sans"/>
              </a:rPr>
              <a:t>2, 3</a:t>
            </a:r>
            <a:r>
              <a:rPr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Walter Sione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2,</a:t>
            </a:r>
            <a:r>
              <a:rPr baseline="30000" lang="es-AR" sz="325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aseline="30000" i="0" lang="es-AR" sz="325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274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4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i="0" lang="es-AR" sz="27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Laboratorio de Análisis, Procesamiento, Almacenamiento y Control de Datos (LAPACDA), Facultad de Ciencia y Tecnología (FCyT), Universidad Autónoma de Entre Ríos (UADER). </a:t>
            </a:r>
            <a:r>
              <a:rPr lang="es-AR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es-AR" sz="27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Centro Regional de Geomática (CEREGEO), </a:t>
            </a:r>
            <a:r>
              <a:rPr lang="es-AR" sz="2700">
                <a:latin typeface="Open Sans"/>
                <a:ea typeface="Open Sans"/>
                <a:cs typeface="Open Sans"/>
                <a:sym typeface="Open Sans"/>
              </a:rPr>
              <a:t>Facultad de Ciencia y Tecnología (FCyT)</a:t>
            </a:r>
            <a:r>
              <a:rPr i="0" lang="es-AR" sz="27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Universidad Autónoma de Entre Ríos (UADER). 3. </a:t>
            </a:r>
            <a:r>
              <a:rPr lang="es-AR" sz="2700">
                <a:latin typeface="Open Sans"/>
                <a:ea typeface="Open Sans"/>
                <a:cs typeface="Open Sans"/>
                <a:sym typeface="Open Sans"/>
              </a:rPr>
              <a:t>Consejo Nacional de Investigaciones Científicas y Técnicas (CONICET). 4. Departamento de Ciencias Básicas de la Universidad Nacional de Luján (UNLu).</a:t>
            </a:r>
            <a:r>
              <a:rPr lang="es-AR" sz="27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es-AR" sz="27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0" lang="es-AR" sz="3648" u="sng" strike="noStrike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colladofacundo@hotmail.com</a:t>
            </a:r>
            <a:r>
              <a:rPr i="0" lang="es-AR" sz="3648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 </a:t>
            </a:r>
            <a:r>
              <a:rPr i="0" lang="es-AR" sz="3648" u="sng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idefcyt@uader.edu.ar</a:t>
            </a:r>
            <a:endParaRPr sz="3648" u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1415229" y="13650975"/>
            <a:ext cx="9705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3848"/>
          </a:p>
        </p:txBody>
      </p:sp>
      <p:sp>
        <p:nvSpPr>
          <p:cNvPr id="118" name="Google Shape;118;p1"/>
          <p:cNvSpPr txBox="1"/>
          <p:nvPr/>
        </p:nvSpPr>
        <p:spPr>
          <a:xfrm>
            <a:off x="13684399" y="13659694"/>
            <a:ext cx="9705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sz="3848"/>
          </a:p>
        </p:txBody>
      </p:sp>
      <p:sp>
        <p:nvSpPr>
          <p:cNvPr id="119" name="Google Shape;119;p1"/>
          <p:cNvSpPr txBox="1"/>
          <p:nvPr/>
        </p:nvSpPr>
        <p:spPr>
          <a:xfrm>
            <a:off x="1417304" y="20634091"/>
            <a:ext cx="9705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3848"/>
          </a:p>
        </p:txBody>
      </p:sp>
      <p:sp>
        <p:nvSpPr>
          <p:cNvPr id="120" name="Google Shape;120;p1"/>
          <p:cNvSpPr txBox="1"/>
          <p:nvPr/>
        </p:nvSpPr>
        <p:spPr>
          <a:xfrm>
            <a:off x="1158508" y="34631511"/>
            <a:ext cx="9501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sz="3848"/>
          </a:p>
        </p:txBody>
      </p:sp>
      <p:sp>
        <p:nvSpPr>
          <p:cNvPr id="121" name="Google Shape;121;p1"/>
          <p:cNvSpPr txBox="1"/>
          <p:nvPr/>
        </p:nvSpPr>
        <p:spPr>
          <a:xfrm>
            <a:off x="697115" y="38545953"/>
            <a:ext cx="9501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9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BIBLIOGRAFIA</a:t>
            </a:r>
            <a:endParaRPr sz="3848"/>
          </a:p>
        </p:txBody>
      </p:sp>
      <p:sp>
        <p:nvSpPr>
          <p:cNvPr id="122" name="Google Shape;122;p1"/>
          <p:cNvSpPr txBox="1"/>
          <p:nvPr/>
        </p:nvSpPr>
        <p:spPr>
          <a:xfrm>
            <a:off x="708275" y="39384135"/>
            <a:ext cx="239121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73">
                <a:solidFill>
                  <a:srgbClr val="2F606A"/>
                </a:solidFill>
                <a:latin typeface="Open Sans"/>
                <a:ea typeface="Open Sans"/>
                <a:cs typeface="Open Sans"/>
                <a:sym typeface="Open Sans"/>
              </a:rPr>
              <a:t>FACULTAD DE CIENCIA Y TECNOLOGÍA UADER. Infraestructura de Datos Espaciales FCyT.</a:t>
            </a:r>
            <a:r>
              <a:rPr lang="es-AR" sz="2473" u="sng">
                <a:solidFill>
                  <a:srgbClr val="2F606A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https://ide-fcyt.github.io/IDE-FCyT/</a:t>
            </a:r>
            <a:endParaRPr sz="3848"/>
          </a:p>
          <a:p>
            <a:pPr indent="0" lvl="0" marL="0" marR="0" rtl="0" algn="just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73" u="sng">
              <a:solidFill>
                <a:srgbClr val="2F606A"/>
              </a:solidFill>
              <a:latin typeface="Open Sans"/>
              <a:ea typeface="Open Sans"/>
              <a:cs typeface="Open Sans"/>
              <a:sym typeface="Open Sans"/>
              <a:hlinkClick r:id="rId7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just">
              <a:lnSpc>
                <a:spcPct val="186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73" u="sng">
              <a:solidFill>
                <a:srgbClr val="2F606A"/>
              </a:solidFill>
              <a:latin typeface="Open Sans"/>
              <a:ea typeface="Open Sans"/>
              <a:cs typeface="Open Sans"/>
              <a:sym typeface="Open Sans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778860" y="35337144"/>
            <a:ext cx="153348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600" lIns="251275" spcFirstLastPara="1" rIns="251275" wrap="square" tIns="1256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8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Avanzar en la validación por usuarios y en la publicación de la guía de adaptación e incorporación de lineamientos en el manual del usuario.</a:t>
            </a:r>
            <a:endParaRPr sz="38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12672734" y="14462159"/>
            <a:ext cx="15665700" cy="69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1275" lIns="251275" spcFirstLastPara="1" rIns="251275" wrap="square" tIns="251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1. Relevamiento normativo. </a:t>
            </a:r>
            <a:r>
              <a:rPr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 consultaron los documentos publicados en el sitio oficial de IDERA (idera.gob.ar), incluyendo el Reglamento de Funcionamiento IDERA (noviembre 2025), la Disposición 1-E/2017, los Estándares Tecnológicos para la Administración Pública Nacional (ETAP versión 25, Anexo 3), la Res. Secretaría de Ambiente y Desarrollo Sustentable (SAyDS) 67/2015, la Resolución 447/2013, la Ley 27.275 de Acceso a la Información Pública y la Ley 22.963 (Ley de la Carta – IGN).</a:t>
            </a:r>
            <a:endParaRPr sz="32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Análisis del código fuente asistido por IA.</a:t>
            </a:r>
            <a:r>
              <a:rPr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Revisión sistemática del repositorio GitHub de la IDE-FCyT con soporte de inteligencia artificial (GPT-5.3-codex), contrastando la implementación técnica actual con las exigencias textuales de cada norma.</a:t>
            </a:r>
            <a:endParaRPr sz="32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3. Documentación y validación</a:t>
            </a:r>
            <a:r>
              <a:rPr lang="es-AR" sz="32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Informe técnico de desfases normativos con formato trazable (ítem evaluado + acción correctiva), en proceso de revisión por parte de los administradores y desarrolladores de la IDE-FCyT UADER.</a:t>
            </a:r>
            <a:endParaRPr sz="32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376622" y="21522617"/>
            <a:ext cx="11977500" cy="120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1275" lIns="251275" spcFirstLastPara="1" rIns="251275" wrap="square" tIns="251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 análisis halló seis brechas normativas principales: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Metadatos y Acceso a Datos (Reglamento IDERA 2025)</a:t>
            </a:r>
            <a:r>
              <a:rPr b="1" lang="es-AR" sz="33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AR" sz="33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Faltan campos obligatorios de accesibilidad (acceso, estado_publicación, url_descarga). Metadatos heterogéneos, incompletos y sin política institucional de acceso/restricción.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Marco Institucional y Convenios (Disposición 1-E/2017 y Res. SAyDS 67/2015):</a:t>
            </a:r>
            <a:r>
              <a:rPr lang="es-AR" sz="33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se documenta la adhesión normativa ni se publican convenios IDE con otras entidades.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Servicios y Formatos de Publicación (ETAP Versión 25):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 se publican servicios OGC (WFS/WCS). Datos no disponibles en .shp o .kmz con metadatos .xml asociados, según estándar.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Actualización y Resguardo de Información (Resolución 447/2013 y Res. SAyDS 67/2015):</a:t>
            </a:r>
            <a:r>
              <a:rPr lang="es-AR" sz="33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Ausencia de procedimiento documentado para actualización de datasets (frecuencia, responsable, vigencia) y de procedimiento formal de resguardo/continuidad del catálogo.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Acceso a la Información Pública (Ley 27.275):</a:t>
            </a:r>
            <a:r>
              <a:rPr lang="es-AR" sz="33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Falta responsable formal, formulario de solicitud, registro periódico de solicitudes e informes de cumplimiento.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Aprobación Cartográfica IGN (Ley 22.963): </a:t>
            </a:r>
            <a:r>
              <a:rPr lang="es-AR" sz="33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Recursos cartográficos sin aprobación previa del IGN, leyenda obligatoria con número de expediente ni campos de fuente oficial/conformidad cartográfica en metadatos.</a:t>
            </a:r>
            <a:endParaRPr sz="3348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" title="PANTALLA_DEA.png"/>
          <p:cNvPicPr preferRelativeResize="0"/>
          <p:nvPr/>
        </p:nvPicPr>
        <p:blipFill rotWithShape="1">
          <a:blip r:embed="rId9">
            <a:alphaModFix/>
          </a:blip>
          <a:srcRect b="0" l="17046" r="16367" t="3902"/>
          <a:stretch/>
        </p:blipFill>
        <p:spPr>
          <a:xfrm>
            <a:off x="17857801" y="21451533"/>
            <a:ext cx="10593393" cy="559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"/>
          <p:cNvSpPr txBox="1"/>
          <p:nvPr/>
        </p:nvSpPr>
        <p:spPr>
          <a:xfrm>
            <a:off x="555189" y="36895474"/>
            <a:ext cx="15976500" cy="549900"/>
          </a:xfrm>
          <a:prstGeom prst="rect">
            <a:avLst/>
          </a:prstGeom>
          <a:solidFill>
            <a:srgbClr val="2F606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73">
                <a:solidFill>
                  <a:srgbClr val="FFFFFF"/>
                </a:solidFill>
              </a:rPr>
              <a:t>Agradecimiento: FCyTUADER (Proyecto IDE FCyT UADER)</a:t>
            </a:r>
            <a:endParaRPr sz="3023"/>
          </a:p>
        </p:txBody>
      </p:sp>
      <p:grpSp>
        <p:nvGrpSpPr>
          <p:cNvPr id="128" name="Google Shape;128;p1"/>
          <p:cNvGrpSpPr/>
          <p:nvPr/>
        </p:nvGrpSpPr>
        <p:grpSpPr>
          <a:xfrm>
            <a:off x="12548523" y="27103204"/>
            <a:ext cx="11977647" cy="5773079"/>
            <a:chOff x="6127725" y="10479850"/>
            <a:chExt cx="4447201" cy="2832301"/>
          </a:xfrm>
        </p:grpSpPr>
        <p:pic>
          <p:nvPicPr>
            <p:cNvPr id="129" name="Google Shape;129;p1" title="PANTALLA_DEA.png"/>
            <p:cNvPicPr preferRelativeResize="0"/>
            <p:nvPr/>
          </p:nvPicPr>
          <p:blipFill rotWithShape="1">
            <a:blip r:embed="rId9">
              <a:alphaModFix/>
            </a:blip>
            <a:srcRect b="0" l="17046" r="16367" t="3902"/>
            <a:stretch/>
          </p:blipFill>
          <p:spPr>
            <a:xfrm>
              <a:off x="6127725" y="10479850"/>
              <a:ext cx="4447201" cy="283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202950" y="10615850"/>
              <a:ext cx="4212925" cy="21429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1" name="Google Shape;131;p1" title="PANTALLA_DEA.png"/>
          <p:cNvPicPr preferRelativeResize="0"/>
          <p:nvPr/>
        </p:nvPicPr>
        <p:blipFill rotWithShape="1">
          <a:blip r:embed="rId9">
            <a:alphaModFix/>
          </a:blip>
          <a:srcRect b="0" l="17046" r="16367" t="3902"/>
          <a:stretch/>
        </p:blipFill>
        <p:spPr>
          <a:xfrm>
            <a:off x="18130157" y="32875727"/>
            <a:ext cx="10593393" cy="559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025" y="6600"/>
            <a:ext cx="28796150" cy="561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282969" y="33083915"/>
            <a:ext cx="10053550" cy="4356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-36178" y="41140659"/>
            <a:ext cx="28796149" cy="202395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/>
        </p:nvSpPr>
        <p:spPr>
          <a:xfrm>
            <a:off x="374547" y="14540173"/>
            <a:ext cx="11977500" cy="53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1275" lIns="251275" spcFirstLastPara="1" rIns="251275" wrap="square" tIns="25127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148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Las Infraestructuras de Datos Espaciales (IDE) deben asegurar que la información geoespacial se publique de forma estandarizada e interoperable, cumpliendo con la normativa vigente. La Infraestructura de Datos Espaciales de la Facultad de Ciencia y Tecnología (IDE-FCyT) utiliza una arquitectura abierta basada en el estándar STAC (código disponible en GitHub). Aunque la base técnica facilita el uso, existen aún brechas respecto a los requerimientos formales de IDERA. Este trabajo documenta los avances en la sistematización normativa de la IDE-FCyT UADER, fundamental para una guía de adaptación institucional.</a:t>
            </a:r>
            <a:endParaRPr sz="3148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Pamela</dc:creator>
</cp:coreProperties>
</file>